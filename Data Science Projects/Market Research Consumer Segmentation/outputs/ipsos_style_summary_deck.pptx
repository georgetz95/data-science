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090c87fbea4c19af40ac5c887570eaf846e7766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7b998a5510ff60a6c1c7e30ad61567a28071ac3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Restaurant Consumer Segmentation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UCI Restaurant and Consumer Data | R segmentation, driver modeling, and concept scoring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What the analysis is designed to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/>
              <a:t>Which consumer segments are present, what restaurant concepts rate best within them, and which measurable features are most associated with high satisfaction?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Segment profile summary</a:t>
            </a:r>
          </a:p>
        </p:txBody>
      </p:sp>
      <p:graphicFrame>
        <p:nvGraphicFramePr>
          <p:cNvPr id="3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1945768"/>
                <a:gridCol w="936149"/>
                <a:gridCol w="734444"/>
                <a:gridCol w="1285740"/>
                <a:gridCol w="998428"/>
                <a:gridCol w="1254431"/>
              </a:tblGrid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Segment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Customers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Ratings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High satisfaction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Top interest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Top personality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S1: Quieter mixed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63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561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Variety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Hard Worker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173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S2: Mobile social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264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46%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Variety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Hard Worker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S3: Tech-focused students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336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43%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Technology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Thrifty Protector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Top observed concepts</a:t>
            </a:r>
          </a:p>
        </p:txBody>
      </p:sp>
      <p:graphicFrame>
        <p:nvGraphicFramePr>
          <p:cNvPr id="3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2698634"/>
                <a:gridCol w="734444"/>
                <a:gridCol w="1285740"/>
                <a:gridCol w="1169369"/>
              </a:tblGrid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Concept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Ratings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High satisfaction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Average rating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High | price | Full bar | Familiar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52%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High | price | Wine or beer | Familiar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50%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1.31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 | price | Wine or beer | Familiar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142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48%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879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Medium | price | No alcohol | Familiar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387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44%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1947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Low | price | Wine or beer | Quiet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41%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1.24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Segment satisfaction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548640" y="1188720"/>
            <a:ext cx="8046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Multivariate drivers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40080" y="1005840"/>
            <a:ext cx="7772400" cy="47548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2026-07-13T21:04:12Z</dcterms:modified>
  <cp:category/>
</cp:coreProperties>
</file>